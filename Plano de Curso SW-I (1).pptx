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3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C08B7-EB84-45BE-A266-B5EDF31F7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000" dirty="0"/>
              <a:t>Plano de Curso </a:t>
            </a:r>
            <a:br>
              <a:rPr lang="pt-BR" dirty="0"/>
            </a:br>
            <a:r>
              <a:rPr lang="pt-BR" dirty="0"/>
              <a:t>Sistemas Web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B24DFA-0BD1-432C-83A5-02E413F38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Juliana de Sá</a:t>
            </a:r>
          </a:p>
        </p:txBody>
      </p:sp>
    </p:spTree>
    <p:extLst>
      <p:ext uri="{BB962C8B-B14F-4D97-AF65-F5344CB8AC3E}">
        <p14:creationId xmlns:p14="http://schemas.microsoft.com/office/powerpoint/2010/main" val="69848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81E3E-AC9C-4B01-83D2-4067C6A9E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Web 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8EA033-9457-4BEC-A706-C3C136782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Foco: Desenvolvimento Server-</a:t>
            </a:r>
            <a:r>
              <a:rPr lang="pt-BR" dirty="0" err="1"/>
              <a:t>side</a:t>
            </a:r>
            <a:r>
              <a:rPr lang="pt-BR" dirty="0"/>
              <a:t>, Persistência e APIs.</a:t>
            </a:r>
          </a:p>
          <a:p>
            <a:endParaRPr lang="pt-BR" dirty="0"/>
          </a:p>
          <a:p>
            <a:r>
              <a:rPr lang="pt-BR" dirty="0"/>
              <a:t>Objetivo: Capacitar o aluno a desenvolver sistemas completos, da lógica do servidor ao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1464015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18532-E00E-4C2C-9679-C98909051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Competências e Habilidades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916648-D45E-4C04-9BCA-BE64A274E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Desenvolvimento: Criar sistemas utilizando persistência, interface e programação lado servidor.</a:t>
            </a:r>
          </a:p>
          <a:p>
            <a:endParaRPr lang="pt-BR" dirty="0"/>
          </a:p>
          <a:p>
            <a:r>
              <a:rPr lang="pt-BR" dirty="0"/>
              <a:t>Codificação: Prática com linguagens voltadas para a Web.</a:t>
            </a:r>
          </a:p>
          <a:p>
            <a:endParaRPr lang="pt-BR" dirty="0"/>
          </a:p>
          <a:p>
            <a:r>
              <a:rPr lang="pt-BR" dirty="0"/>
              <a:t>Interação: Uso de navegadores como interface principal de usuário.</a:t>
            </a:r>
          </a:p>
          <a:p>
            <a:endParaRPr lang="pt-BR" dirty="0"/>
          </a:p>
          <a:p>
            <a:r>
              <a:rPr lang="pt-BR" dirty="0"/>
              <a:t>Dados: Manipulação de bancos de dados relacionais.</a:t>
            </a:r>
          </a:p>
        </p:txBody>
      </p:sp>
    </p:spTree>
    <p:extLst>
      <p:ext uri="{BB962C8B-B14F-4D97-AF65-F5344CB8AC3E}">
        <p14:creationId xmlns:p14="http://schemas.microsoft.com/office/powerpoint/2010/main" val="169222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66345-1089-4D98-9DE9-2C25284D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 Frameworks (MVC)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630859-38D3-44D3-9BC8-955882E1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Padrão MVC: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 err="1"/>
              <a:t>Models</a:t>
            </a:r>
            <a:r>
              <a:rPr lang="pt-BR" dirty="0"/>
              <a:t>: Camada de dados e regras.</a:t>
            </a:r>
          </a:p>
          <a:p>
            <a:r>
              <a:rPr lang="pt-BR" dirty="0" err="1"/>
              <a:t>Views</a:t>
            </a:r>
            <a:r>
              <a:rPr lang="pt-BR" dirty="0"/>
              <a:t>: Interfaces e 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Engines</a:t>
            </a:r>
            <a:r>
              <a:rPr lang="pt-BR" dirty="0"/>
              <a:t>.</a:t>
            </a:r>
          </a:p>
          <a:p>
            <a:r>
              <a:rPr lang="pt-BR" dirty="0" err="1"/>
              <a:t>Controllers</a:t>
            </a:r>
            <a:r>
              <a:rPr lang="pt-BR" dirty="0"/>
              <a:t>: Lógica de negócio e roteamento.</a:t>
            </a:r>
          </a:p>
          <a:p>
            <a:endParaRPr lang="pt-BR" dirty="0"/>
          </a:p>
          <a:p>
            <a:r>
              <a:rPr lang="pt-BR" dirty="0"/>
              <a:t>Produtividade: Uso de frameworks (como </a:t>
            </a:r>
            <a:r>
              <a:rPr lang="pt-BR" dirty="0" err="1"/>
              <a:t>Laravel</a:t>
            </a:r>
            <a:r>
              <a:rPr lang="pt-BR" dirty="0"/>
              <a:t>) e gerenciamento de bibliotecas online/offline.</a:t>
            </a:r>
          </a:p>
        </p:txBody>
      </p:sp>
    </p:spTree>
    <p:extLst>
      <p:ext uri="{BB962C8B-B14F-4D97-AF65-F5344CB8AC3E}">
        <p14:creationId xmlns:p14="http://schemas.microsoft.com/office/powerpoint/2010/main" val="98607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24196-7F3C-4F71-9ED9-B5D14AC7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Persistência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308D47-337A-40B8-9ABE-5C594F9F7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Estratégias de Modelagem:</a:t>
            </a:r>
          </a:p>
          <a:p>
            <a:endParaRPr lang="pt-BR" dirty="0"/>
          </a:p>
          <a:p>
            <a:r>
              <a:rPr lang="pt-BR" dirty="0" err="1"/>
              <a:t>Database-first</a:t>
            </a:r>
            <a:r>
              <a:rPr lang="pt-BR" dirty="0"/>
              <a:t>, </a:t>
            </a:r>
            <a:r>
              <a:rPr lang="pt-BR" dirty="0" err="1"/>
              <a:t>Model-first</a:t>
            </a:r>
            <a:r>
              <a:rPr lang="pt-BR" dirty="0"/>
              <a:t> e </a:t>
            </a:r>
            <a:r>
              <a:rPr lang="pt-BR" dirty="0" err="1"/>
              <a:t>Code-first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Ferramentas:</a:t>
            </a:r>
          </a:p>
          <a:p>
            <a:endParaRPr lang="pt-BR" dirty="0"/>
          </a:p>
          <a:p>
            <a:r>
              <a:rPr lang="pt-BR" dirty="0" err="1"/>
              <a:t>Migrations</a:t>
            </a:r>
            <a:r>
              <a:rPr lang="pt-BR" dirty="0"/>
              <a:t>: O "</a:t>
            </a:r>
            <a:r>
              <a:rPr lang="pt-BR" dirty="0" err="1"/>
              <a:t>Git</a:t>
            </a:r>
            <a:r>
              <a:rPr lang="pt-BR" dirty="0"/>
              <a:t>" do seu banco de dados.</a:t>
            </a:r>
          </a:p>
          <a:p>
            <a:endParaRPr lang="pt-BR" dirty="0"/>
          </a:p>
          <a:p>
            <a:r>
              <a:rPr lang="pt-BR" dirty="0"/>
              <a:t>ORM: Mapeamento Objeto-Relacional para produtividade.</a:t>
            </a:r>
          </a:p>
        </p:txBody>
      </p:sp>
    </p:spTree>
    <p:extLst>
      <p:ext uri="{BB962C8B-B14F-4D97-AF65-F5344CB8AC3E}">
        <p14:creationId xmlns:p14="http://schemas.microsoft.com/office/powerpoint/2010/main" val="105454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91799-5316-4F56-8783-BF676D1A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Mundo das APIs REST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EB92D2-38D7-4EB9-83F3-1DEF0394F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Comunicação: Entendendo URI, </a:t>
            </a:r>
            <a:r>
              <a:rPr lang="pt-BR" dirty="0" err="1"/>
              <a:t>Requests</a:t>
            </a:r>
            <a:r>
              <a:rPr lang="pt-BR" dirty="0"/>
              <a:t> e Responses.</a:t>
            </a:r>
          </a:p>
          <a:p>
            <a:r>
              <a:rPr lang="pt-BR" dirty="0"/>
              <a:t>Verbos HTTP: GET (leitura), POST (criação), PUT (edição) e DELETE (remoção).</a:t>
            </a:r>
          </a:p>
          <a:p>
            <a:r>
              <a:rPr lang="pt-BR" dirty="0"/>
              <a:t>Dados: Manipulação de arquivos JSON e Status Codes (200, 404, 500).</a:t>
            </a:r>
          </a:p>
          <a:p>
            <a:r>
              <a:rPr lang="pt-BR" dirty="0"/>
              <a:t>Prática: Utilização de clientes REST (</a:t>
            </a:r>
            <a:r>
              <a:rPr lang="pt-BR" dirty="0" err="1"/>
              <a:t>Postman</a:t>
            </a:r>
            <a:r>
              <a:rPr lang="pt-BR" dirty="0"/>
              <a:t>/</a:t>
            </a:r>
            <a:r>
              <a:rPr lang="pt-BR" dirty="0" err="1"/>
              <a:t>Insomnia</a:t>
            </a:r>
            <a:r>
              <a:rPr lang="pt-B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3140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5DDA4-90D0-464A-B805-02600B14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e 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D593B5-EF2C-4B0D-878E-C49D33242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Tipos de Testes:</a:t>
            </a:r>
          </a:p>
          <a:p>
            <a:endParaRPr lang="pt-BR" dirty="0"/>
          </a:p>
          <a:p>
            <a:r>
              <a:rPr lang="pt-BR" dirty="0"/>
              <a:t>Unitários: Testando funções isoladas.</a:t>
            </a:r>
          </a:p>
          <a:p>
            <a:r>
              <a:rPr lang="pt-BR" dirty="0"/>
              <a:t>Integrados: Garantindo que os módulos conversam entre si.</a:t>
            </a:r>
          </a:p>
          <a:p>
            <a:r>
              <a:rPr lang="pt-BR" dirty="0"/>
              <a:t>Automatizados: Ganhando tempo no ciclo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397954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D4BEE-A58F-491E-9A5F-39CADB3D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9632AF-570E-49B4-8CF3-67C3857E2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1º Semestre: Foco em MVC, Rotas e Persistência Básica.</a:t>
            </a:r>
          </a:p>
          <a:p>
            <a:endParaRPr lang="pt-BR" dirty="0"/>
          </a:p>
          <a:p>
            <a:r>
              <a:rPr lang="pt-BR" dirty="0"/>
              <a:t>2º Semestre: APIs REST, Validações, Sessões e Testes.</a:t>
            </a:r>
          </a:p>
          <a:p>
            <a:endParaRPr lang="pt-BR" dirty="0"/>
          </a:p>
          <a:p>
            <a:r>
              <a:rPr lang="pt-BR" dirty="0"/>
              <a:t>Metodologia: Aulas 100% práticas, projetos via </a:t>
            </a:r>
            <a:r>
              <a:rPr lang="pt-BR" dirty="0" err="1"/>
              <a:t>Git</a:t>
            </a:r>
            <a:r>
              <a:rPr lang="pt-BR"/>
              <a:t> e entrega de uma aplicação funcional ao final do ano.</a:t>
            </a:r>
          </a:p>
        </p:txBody>
      </p:sp>
    </p:spTree>
    <p:extLst>
      <p:ext uri="{BB962C8B-B14F-4D97-AF65-F5344CB8AC3E}">
        <p14:creationId xmlns:p14="http://schemas.microsoft.com/office/powerpoint/2010/main" val="23822551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Íon – Sala da Diretoria</Template>
  <TotalTime>5</TotalTime>
  <Words>313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Íon - Sala da Diretoria</vt:lpstr>
      <vt:lpstr>Plano de Curso  Sistemas Web I</vt:lpstr>
      <vt:lpstr>Sistemas Web I</vt:lpstr>
      <vt:lpstr>Competências e Habilidades</vt:lpstr>
      <vt:lpstr>Arquitetura e Frameworks (MVC)</vt:lpstr>
      <vt:lpstr>Persistência de Dados</vt:lpstr>
      <vt:lpstr>O Mundo das APIs REST</vt:lpstr>
      <vt:lpstr>Qualidade e Testes</vt:lpstr>
      <vt:lpstr>Cronograma e Avaliação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Curso  Sistemas Web I</dc:title>
  <dc:creator>JULIANA GODOY DE SA</dc:creator>
  <cp:lastModifiedBy>JULIANA GODOY DE SA</cp:lastModifiedBy>
  <cp:revision>1</cp:revision>
  <dcterms:created xsi:type="dcterms:W3CDTF">2026-02-11T21:13:20Z</dcterms:created>
  <dcterms:modified xsi:type="dcterms:W3CDTF">2026-02-11T21:18:41Z</dcterms:modified>
</cp:coreProperties>
</file>