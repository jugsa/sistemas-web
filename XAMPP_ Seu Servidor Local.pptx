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1FA627-B0D3-428B-9489-DD581C79CA79}">
  <a:tblStyle styleId="{331FA627-B0D3-428B-9489-DD581C79CA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10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10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0309" y="2952750"/>
            <a:ext cx="1105138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XAMPP: Seu </a:t>
            </a:r>
            <a:r>
              <a:rPr b="1" i="0" lang="en-US" sz="6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Servidor Local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76350" y="4000500"/>
            <a:ext cx="9639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Transformando seu computador em um ambiente de desenvolvimento Web.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75150" y="5048250"/>
            <a:ext cx="364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Web I • Profª Juliana de Sá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110490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652712"/>
            <a:ext cx="9525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100375" y="3014662"/>
            <a:ext cx="999124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Por que precisamos do XAMPP?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010025" y="4014787"/>
            <a:ext cx="417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diferença entre sites estáticos e dinâmicos.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91050"/>
            <a:ext cx="110490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71675"/>
            <a:ext cx="52863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71675"/>
            <a:ext cx="52863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19150" y="502920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XAMPP simula esse servidor profissional dentro da sua própria máquina!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2362200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Lado do Cliente (HTML/CSS)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27717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navegador entende diretamente. Você abre o arquivo e ele desenha a página na hora.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2362200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Lado do Servidor (PHP)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24650" y="27717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navegador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não entende PHP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Ele precisa de um servidor para processar o código e devolver apenas o resultado em HTML.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362045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PHP NÃO É HTML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319337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319337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2319337"/>
            <a:ext cx="261937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16054" y="3367087"/>
            <a:ext cx="2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</a:t>
            </a:r>
            <a:endParaRPr sz="2400"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776662"/>
            <a:ext cx="2028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Cross-platform (Funciona em Windows, Linux e Mac).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625929" y="3367087"/>
            <a:ext cx="2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endParaRPr sz="2400"/>
          </a:p>
        </p:txBody>
      </p:sp>
      <p:sp>
        <p:nvSpPr>
          <p:cNvPr id="124" name="Google Shape;124;p16"/>
          <p:cNvSpPr txBox="1"/>
          <p:nvPr/>
        </p:nvSpPr>
        <p:spPr>
          <a:xfrm>
            <a:off x="3676650" y="3776662"/>
            <a:ext cx="2028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Apache: O servidor que recebe as requisições web.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435804" y="3367087"/>
            <a:ext cx="2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</a:t>
            </a:r>
            <a:endParaRPr sz="2400"/>
          </a:p>
        </p:txBody>
      </p:sp>
      <p:sp>
        <p:nvSpPr>
          <p:cNvPr id="126" name="Google Shape;126;p16"/>
          <p:cNvSpPr txBox="1"/>
          <p:nvPr/>
        </p:nvSpPr>
        <p:spPr>
          <a:xfrm>
            <a:off x="6486525" y="3776662"/>
            <a:ext cx="2028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MariaDB (MySQL): O banco para guardar dados.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245679" y="3367087"/>
            <a:ext cx="2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endParaRPr sz="2400"/>
          </a:p>
        </p:txBody>
      </p:sp>
      <p:sp>
        <p:nvSpPr>
          <p:cNvPr id="128" name="Google Shape;128;p16"/>
          <p:cNvSpPr txBox="1"/>
          <p:nvPr/>
        </p:nvSpPr>
        <p:spPr>
          <a:xfrm>
            <a:off x="9296400" y="3776662"/>
            <a:ext cx="2028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PHP: A linguagem que vamos aprender neste curso.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5437" y="26622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2462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00912" y="26622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25062" y="26622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56207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QUE SIGNIFICA XAMPP?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263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22431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Apache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é o componente que escuta as chamadas do navegador (HTTP).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6216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57250" y="30051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recebe o seu pedido via URL (ex: localhost/meu_site).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57250" y="371951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busca os arquivos na pasta correta.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57250" y="414813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entrega o resultado final para você ver na tela.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0051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7195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41481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4400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APACHE: O GARÇOM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263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22431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MariaDB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é o sistema de gerenciamento de banco de dados do XAMPP.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6216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57250" y="300513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Onde guardamos as senhas dos usuários.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57250" y="343376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Onde ficam os posts de um blog ou produtos de uma loja.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57250" y="414813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o "cérebro" da persistência de dados.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0051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4337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1481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571500"/>
            <a:ext cx="621077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MARIADB: O ALMOXARIFADO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263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22431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PHP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é o motor que executa a lógica do seu sistema.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6216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57250" y="271938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processa formulários e valida dados.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57250" y="314801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conversa com o banco de dados.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57250" y="35766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 gera o código HTML dinamicamente para o Apache enviar de volta.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27193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1480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35766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571500"/>
            <a:ext cx="419052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PHP: O COZINHEIRO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PAINEL DE CONTROLE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143827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Torre de Comando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18478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Através do XAMPP Control Panel, você gerencia os serviços de forma visual.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7250" y="280035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Inicia o servidor e o banco.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57250" y="3228975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Admin: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Atalhos para o painel do banco de dados (phpMyAdmin).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57250" y="394335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Ajustes finos de portas e diretórios.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28003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32289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39433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3057525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/htdocs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439102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 local sagrado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34125" y="23383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Onde a mágica acontece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34125" y="27479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 é a pasta raiz do servidor. Somente arquivos colocados dentro dela podem ser processados pelo XAMPP.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19875" y="3795712"/>
            <a:ext cx="5000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Caminho comum: C:\xampp\htdocs\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19875" y="423386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Crie suas pastas de projeto lá dentro.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19875" y="466248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acessar no navegador, use: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localhost/seu_projeto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34125" y="37957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34125" y="42338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34125" y="46624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571500"/>
            <a:ext cx="381047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PASTA HTDOCS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35559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571625"/>
            <a:ext cx="35559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71625"/>
            <a:ext cx="35559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48150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866775" y="261937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Ligar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Dê 'Start' no Apache e MySQL no Painel.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13225" y="261937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Criar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Salve seus arquivos .php na pasta htdocs.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359675" y="261937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Navegar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Acesse via localhost no seu browser.</a:t>
            </a:r>
            <a:endParaRPr/>
          </a:p>
        </p:txBody>
      </p:sp>
      <p:pic>
        <p:nvPicPr>
          <p:cNvPr descr="image.png" id="228" name="Google Shape;22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0800" y="19145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4401" y="19145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13701" y="19145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457057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FLUXO DE TRABALHO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3"/>
          <p:cNvGraphicFramePr/>
          <p:nvPr/>
        </p:nvGraphicFramePr>
        <p:xfrm>
          <a:off x="5715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{331FA627-B0D3-428B-9489-DD581C79CA79}</a:tableStyleId>
              </a:tblPr>
              <a:tblGrid>
                <a:gridCol w="2681725"/>
                <a:gridCol w="2528450"/>
                <a:gridCol w="5838825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Responsabilidade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Apache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Gerencia pedidos HTTP e serve arquivos.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MySQL / MariaDB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Banco de Dados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Armazena informações de forma persistente.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Linguagem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Processa a lógica e gera HTML dinâmico.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phpMyAdmin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Ferramenta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visual para gerenciar o banco.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3"/>
          <p:cNvSpPr/>
          <p:nvPr/>
        </p:nvSpPr>
        <p:spPr>
          <a:xfrm>
            <a:off x="571500" y="3071812"/>
            <a:ext cx="2681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253233" y="3071812"/>
            <a:ext cx="25284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81675" y="3071812"/>
            <a:ext cx="583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652837"/>
            <a:ext cx="2681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253233" y="3652837"/>
            <a:ext cx="25284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81675" y="3652837"/>
            <a:ext cx="583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233862"/>
            <a:ext cx="2681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253233" y="4233862"/>
            <a:ext cx="25284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81675" y="4233862"/>
            <a:ext cx="583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4814887"/>
            <a:ext cx="2681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253233" y="4814887"/>
            <a:ext cx="25284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81675" y="4814887"/>
            <a:ext cx="583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5395912"/>
            <a:ext cx="26817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253233" y="5395912"/>
            <a:ext cx="25284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81675" y="5395912"/>
            <a:ext cx="583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571500"/>
            <a:ext cx="6000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RESUMO DE COMPONENTES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4630816" y="1928812"/>
            <a:ext cx="293036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624262" y="292893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Prontos para configurar o primeiro servidor de vocês?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986337" y="4071937"/>
            <a:ext cx="2219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Profª Juliana de Sá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986337" y="4548187"/>
            <a:ext cx="22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Sistemas Web I </a:t>
            </a:r>
            <a:endParaRPr b="0" i="0" sz="12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•••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