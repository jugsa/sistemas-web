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Urbanist" panose="020B0604020202020204" charset="0"/>
      <p:regular r:id="rId11"/>
      <p:bold r:id="rId12"/>
      <p:italic r:id="rId13"/>
      <p:boldItalic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5574b577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95574b577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forms.gle/ETRkRkpt9EKoiSnJA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53000" y="4967287"/>
            <a:ext cx="22860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75409" y="2786062"/>
            <a:ext cx="944118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Bem-vindos ao </a:t>
            </a:r>
            <a:r>
              <a:rPr lang="en-US" sz="6750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PHP!</a:t>
            </a:r>
            <a:r>
              <a:rPr lang="en-US" sz="67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🐘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348037" y="4186237"/>
            <a:ext cx="54959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Traduzindo sua Lógica (De Python para a Web)</a:t>
            </a:r>
            <a:endParaRPr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81625" y="1166812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381500" y="5472100"/>
            <a:ext cx="14289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Sistemas Web I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6950"/>
            <a:ext cx="53340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66950"/>
            <a:ext cx="53340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49815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Dica: Se esquecer o ; a tela quebra!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2562225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 Em Python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2971800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Indentação é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obrigatória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 define os blocos.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448050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Sem ponto e vírgula no final.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3924300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Saída com: print()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81775" y="2562225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 Em PHP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81775" y="2971800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Usamos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chaves { }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para definir os blocos.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81775" y="3448050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Ponto e vírgula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;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é de lei no final.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81775" y="3924300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Saída com: echo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581275"/>
            <a:ext cx="152400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2581275"/>
            <a:ext cx="2190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62000" y="571500"/>
            <a:ext cx="507063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CHOQUE DE REALIDADE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66950"/>
            <a:ext cx="5334000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66950"/>
            <a:ext cx="533400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762000" y="571500"/>
            <a:ext cx="5070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90500" lvl="0" indent="0" algn="l" rtl="0">
              <a:lnSpc>
                <a:spcPct val="115000"/>
              </a:lnSpc>
              <a:spcBef>
                <a:spcPts val="0"/>
              </a:spcBef>
              <a:spcAft>
                <a:spcPts val="3000"/>
              </a:spcAft>
              <a:buSzPts val="1100"/>
              <a:buNone/>
            </a:pPr>
            <a:r>
              <a:rPr lang="en-US" sz="315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 Container PHP</a:t>
            </a:r>
            <a:endParaRPr sz="3150" b="1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76200" cy="4857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38700" y="1388125"/>
            <a:ext cx="10914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highlight>
                  <a:srgbClr val="1E293B"/>
                </a:highlight>
                <a:latin typeface="Urbanist"/>
                <a:ea typeface="Urbanist"/>
                <a:cs typeface="Urbanist"/>
                <a:sym typeface="Urbanist"/>
              </a:rPr>
              <a:t>Diferente do Python, o PHP vive "misturado" com o HTML. Por isso, precisamos avisar ao servidor onde o código começa e termina.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738500" y="2576438"/>
            <a:ext cx="30000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8FAFC"/>
                </a:solidFill>
              </a:rPr>
              <a:t>&lt;?php</a:t>
            </a:r>
            <a:endParaRPr sz="3000" b="1">
              <a:solidFill>
                <a:srgbClr val="F8FAF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2810700" y="3300350"/>
            <a:ext cx="973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Abertura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62000" y="3724000"/>
            <a:ext cx="5070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Diz ao servidor: "Tudo o que vem a seguir é programação PHP".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7453500" y="26957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8FAFC"/>
                </a:solidFill>
              </a:rPr>
              <a:t>?&gt;</a:t>
            </a:r>
            <a:endParaRPr sz="3000" b="1">
              <a:solidFill>
                <a:srgbClr val="F8FAFC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302800" y="3342200"/>
            <a:ext cx="1301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Fechamento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427950" y="3757700"/>
            <a:ext cx="5125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Diz ao servidor: "O código acabou aqui, pode voltar a mostrar texto comum".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5540975"/>
            <a:ext cx="110490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Fato curioso:</a:t>
            </a:r>
            <a:r>
              <a:rPr lang="en-US" sz="13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Se o seu arquivo tiver apenas código PHP, a tag de fechamento </a:t>
            </a:r>
            <a:r>
              <a:rPr lang="en-US" sz="135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?&gt;</a:t>
            </a:r>
            <a:r>
              <a:rPr lang="en-US" sz="13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é opcional (e recomendada a omissão por profissionais!).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433637"/>
            <a:ext cx="5334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2624137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 regra de ouro: No PHP, o dinheiro manda!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3100387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Toda variável começa com cifrão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$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3576637"/>
            <a:ext cx="5334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PYTHON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4633912"/>
            <a:ext cx="5334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PHP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534150" y="2681287"/>
            <a:ext cx="508063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Concatenação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534150" y="3090862"/>
            <a:ext cx="4838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Usamos o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ponto .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em vez do sinal de +.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571500"/>
            <a:ext cx="542067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DECLARANDO VARIÁVEIS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3" y="4875453"/>
            <a:ext cx="5334000" cy="1199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571500" y="27908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lógica é idêntica, mas a "roupagem" muda. Os dois pontos (:) do Python viram </a:t>
            </a: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chaves { }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3267075"/>
            <a:ext cx="5334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PYTHON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286500" y="3267075"/>
            <a:ext cx="53340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PHP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571500"/>
            <a:ext cx="6860857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TOMANDO DECISÕES (IF / ELSE)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6500" y="3481241"/>
            <a:ext cx="5334000" cy="1977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2128837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Praticamente um irmão gêmeo do Python, só adicionamos parênteses e chaves.</a:t>
            </a:r>
            <a:endParaRPr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86812" y="2570759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6534150" y="3081431"/>
            <a:ext cx="4838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quebra a linha na Web!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10625" y="4152947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534150" y="4697569"/>
            <a:ext cx="48387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$contador++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é igual a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$contador = $contador + 1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62000" y="571500"/>
            <a:ext cx="6250781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LAÇO DE REPETIÇÃO (WHILE)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3203050"/>
            <a:ext cx="5334000" cy="1739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652837"/>
            <a:ext cx="5334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66937"/>
            <a:ext cx="165095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166937"/>
            <a:ext cx="165095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69400" y="2166937"/>
            <a:ext cx="165095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2357437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Mais "tradicional" que o Python. Dividido em 3 partes fundamentais:</a:t>
            </a:r>
            <a:endParaRPr/>
          </a:p>
        </p:txBody>
      </p:sp>
      <p:pic>
        <p:nvPicPr>
          <p:cNvPr id="176" name="Google Shape;17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96025" y="3662362"/>
            <a:ext cx="531495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6534150" y="2584339"/>
            <a:ext cx="11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$i = 0;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534150" y="2955814"/>
            <a:ext cx="1155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Início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375600" y="2584339"/>
            <a:ext cx="11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$i &lt; 5;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375600" y="2955814"/>
            <a:ext cx="1155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Condição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10217050" y="2584339"/>
            <a:ext cx="1155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$i++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10217050" y="2955814"/>
            <a:ext cx="1155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Passo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762000" y="571500"/>
            <a:ext cx="576072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LAÇO DE REPETIÇÃO (FOR)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1500" y="3125525"/>
            <a:ext cx="5418435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952500" y="1590675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Desafio 1: Par ou Ímpar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Crie $numero e use if/else para dizer se é Par ou Ímpar. (Use o operador %).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952500" y="2771775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Desafio 2: Tabuada do 7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Use for ou while para imprimir: "7 x 1 = 7", "7 x 2 = 14"... até 10.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52500" y="3952875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Desafio 3: Ano Novo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While regressivo de 10 até 1. Ao fim, exiba "Feliz Ano Novo!".</a:t>
            </a:r>
            <a:endParaRPr/>
          </a:p>
        </p:txBody>
      </p:sp>
      <p:pic>
        <p:nvPicPr>
          <p:cNvPr id="194" name="Google Shape;19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6025" y="920500"/>
            <a:ext cx="5314950" cy="535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6335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8146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95737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762000" y="571500"/>
            <a:ext cx="47706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HORA DA PRÁTICA! </a:t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571500" y="571500"/>
            <a:ext cx="76200" cy="48577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1417450" y="5723036"/>
            <a:ext cx="3233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>
                <a:hlinkClick r:id="rId8"/>
              </a:rPr>
              <a:t>https://forms.gle/ETRkRkpt9EKoiSnJA</a:t>
            </a:r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Microsoft Office PowerPoint</Application>
  <PresentationFormat>Widescreen</PresentationFormat>
  <Paragraphs>50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Urbanist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Prof. Juliana de Sá</dc:creator>
  <cp:lastModifiedBy>Prof. Juliana de Sá</cp:lastModifiedBy>
  <cp:revision>1</cp:revision>
  <dcterms:modified xsi:type="dcterms:W3CDTF">2026-03-12T22:16:02Z</dcterms:modified>
</cp:coreProperties>
</file>